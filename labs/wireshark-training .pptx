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60" r:id="rId3"/>
    <p:sldId id="266" r:id="rId4"/>
    <p:sldId id="259" r:id="rId5"/>
    <p:sldId id="262" r:id="rId6"/>
    <p:sldId id="265" r:id="rId7"/>
    <p:sldId id="261" r:id="rId8"/>
    <p:sldId id="263" r:id="rId9"/>
    <p:sldId id="264" r:id="rId10"/>
    <p:sldId id="267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33" autoAdjust="0"/>
    <p:restoredTop sz="94660"/>
  </p:normalViewPr>
  <p:slideViewPr>
    <p:cSldViewPr snapToGrid="0">
      <p:cViewPr varScale="1">
        <p:scale>
          <a:sx n="78" d="100"/>
          <a:sy n="78" d="100"/>
        </p:scale>
        <p:origin x="16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9B7878-D67F-4384-A77C-6C47535D4B6E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590CDF-00D5-4B82-AC83-B7DDF579AB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527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590CDF-00D5-4B82-AC83-B7DDF579AB7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980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6D6AC-0E0F-7EF3-7E58-B04325F825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98E957-D7C9-04E6-2D60-C51DC044F0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F1D5A-4707-4890-B3D7-D04E7A970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AFCB7-0D21-46CC-9236-4EB0BF4840BD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D4DB6-848A-E9C6-C8CD-6EFE1F717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5F886-9848-2245-7528-9F334CF43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4075A-1DF3-4848-BAA0-18E7CFC89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646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B7D56-2086-3677-BB5F-4F86D2A00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06130-1D9C-0B5D-52C5-B532FD859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28582-4D64-B163-FD3D-F8D690E2F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AFCB7-0D21-46CC-9236-4EB0BF4840BD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752F7-BE00-F630-266D-0521CBA91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AB948-6876-B5FE-8E14-4C5A33122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4075A-1DF3-4848-BAA0-18E7CFC89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564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622EE-18F6-0AD4-29AB-FCF544BD3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9EF30D-C2F7-EA34-426D-BE79DF70B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9A2B9-1FA9-25E3-AA41-3C986A1DC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AFCB7-0D21-46CC-9236-4EB0BF4840BD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12E11-AF51-AD97-5071-DDE9EB0CB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E1D99-FF75-C4AA-14AA-E652A97C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4075A-1DF3-4848-BAA0-18E7CFC89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610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C3103-0AFE-4D19-0CBE-F22D52D95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6E57E-38BF-ECC8-C990-D4EAA8C706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5ADF7F-5FC2-CADA-4871-932F00BB9B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154880-A16C-40B2-95A8-C719F3D12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AFCB7-0D21-46CC-9236-4EB0BF4840BD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9319D2-75CD-F8D1-91E1-722A5C2F6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46C8F-D2ED-553A-878E-0AE1D7763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4075A-1DF3-4848-BAA0-18E7CFC89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610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D11BD-0D03-2C77-B13E-1A95FE4C9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E1563-3DD8-739C-CFC6-A8E551A81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8A8D8D-0A42-901A-B8C3-383DD1D92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3E3A00-BA3F-5A54-DDB2-18D2EB97A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850CD1-6001-88F6-822C-6B5C4672C4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F69AA5-551F-0C77-D5EE-8638194E2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AFCB7-0D21-46CC-9236-4EB0BF4840BD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8F0125-58B0-2CCB-8039-089557106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93FAA4-B65B-7CFA-D329-414F5FCD4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4075A-1DF3-4848-BAA0-18E7CFC89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55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C4B46-FC42-922C-6F64-8542BB4B5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354E49-7CC0-441A-25A0-4DF59F0B8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AFCB7-0D21-46CC-9236-4EB0BF4840BD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09B231-0FC0-709A-0D88-241FBCEC7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839A90-215B-F0F2-259F-234271C02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4075A-1DF3-4848-BAA0-18E7CFC89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484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BC6424-6A52-C40F-A17C-117317B4B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AFCB7-0D21-46CC-9236-4EB0BF4840BD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5222CD-4ADC-C424-9D76-7EE0E1D5F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03F35-3CD4-D2C8-E69A-7D96998DE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4075A-1DF3-4848-BAA0-18E7CFC89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228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04071-95BB-F7FE-96CE-D4A473251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F78DF-761B-7719-698C-91E6BD414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772795-6AF3-5A4D-361B-2738480494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3670BE-9B20-BC19-9A5F-042FFC5F3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AFCB7-0D21-46CC-9236-4EB0BF4840BD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59D467-D93F-2A71-874B-8F8E6380E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ADA678-D5C1-8FF9-80B0-FCDFADE6A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4075A-1DF3-4848-BAA0-18E7CFC89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228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432A6-EC73-8370-A4AC-5FF0F38F2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D95A2B-7CD5-1B7A-8213-4D0CA6320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F7BDF8-7F9B-DE03-B88B-7346095B26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0959D-F466-DDCA-5539-215C7B07C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AFCB7-0D21-46CC-9236-4EB0BF4840BD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70EA4C-65FE-353B-F1D3-6429BD33F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E3752E-1420-5010-069F-89B114DBB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4075A-1DF3-4848-BAA0-18E7CFC89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584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D319D-8E1E-5CB9-41AC-3743EC25C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9C9B92-EFBE-A295-3773-24A7AD7646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781C7-3EF1-E20C-B060-4960FD1C1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AFCB7-0D21-46CC-9236-4EB0BF4840BD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A2830-9A23-853B-8D3F-0641DB858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F8074-3608-38FD-7193-C70414D8C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4075A-1DF3-4848-BAA0-18E7CFC89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593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28E995-E9C1-2625-E948-865F45D036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C69918-D772-6161-10B0-F8A07324AC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12CA0-7FE0-BFE2-3235-DC221E1D4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AFCB7-0D21-46CC-9236-4EB0BF4840BD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38B75-E971-7B5E-C921-E77E304A8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4882B-E740-7FC1-88C2-8925DF17D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4075A-1DF3-4848-BAA0-18E7CFC89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431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3C810F-6807-3C13-F75A-AB30E8BF7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33CCF8-8E42-EBF8-B272-A83CECFA6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732E5-74DD-EADA-6F60-402B1C221A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DAFCB7-0D21-46CC-9236-4EB0BF4840BD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587E7-2EFF-2714-A931-8F92A17B7F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5C524-BE21-7394-9150-7FDD850785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54075A-1DF3-4848-BAA0-18E7CFC89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932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297B3-F92F-3CFE-4467-CCDB0C5FF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048"/>
            <a:ext cx="10515600" cy="300725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What is Wireshark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A9611-0F0C-E962-4CA0-76C60BD9C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07774"/>
            <a:ext cx="12192000" cy="6450226"/>
          </a:xfrm>
        </p:spPr>
        <p:txBody>
          <a:bodyPr/>
          <a:lstStyle/>
          <a:p>
            <a:pPr marL="316230" marR="78105" indent="-6350" algn="just">
              <a:lnSpc>
                <a:spcPct val="105000"/>
              </a:lnSpc>
              <a:spcBef>
                <a:spcPts val="105"/>
              </a:spcBef>
              <a:buNone/>
            </a:pP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Wireshark is a software protocol analyzer, also known as a “</a:t>
            </a:r>
            <a:r>
              <a:rPr lang="en-US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packet sniffer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,” used for network troubleshooting, analysis, software and protocol development, and education.</a:t>
            </a:r>
            <a:r>
              <a:rPr lang="en-US" sz="1800" spc="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 packet sniffer, also known as a network analyzer or protocol analyzer, is computer software that intercepts and logs data traffic passing over a data network. As data streams travel back and forth over the network, the sniffer "</a:t>
            </a:r>
            <a:r>
              <a:rPr lang="en-US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captures"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each </a:t>
            </a:r>
            <a:r>
              <a:rPr lang="en-US" sz="18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protocol data unit (PDU)</a:t>
            </a:r>
            <a:r>
              <a:rPr lang="en-US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and can decode and analyze its content according to the appropriate RFC or other specifications.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2114D8-448B-616D-6098-4779D2BDA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3762" y="2059629"/>
            <a:ext cx="740585" cy="7127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DB8EF2-3C8A-6FF7-588C-F3FAB9A59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15" y="2026508"/>
            <a:ext cx="10158494" cy="4831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91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C8C16-2458-116F-DFCE-8C21585A7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287867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Disable extra  network adapters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BF0FD-29A5-B3FD-2569-3022A2D85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83059"/>
            <a:ext cx="12192000" cy="5793904"/>
          </a:xfrm>
        </p:spPr>
        <p:txBody>
          <a:bodyPr/>
          <a:lstStyle/>
          <a:p>
            <a:r>
              <a:rPr lang="en-US" dirty="0"/>
              <a:t>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BF6440-2C36-3EDB-3895-F46EBC28D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6335"/>
            <a:ext cx="12192000" cy="56816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DA9A8A5-CD0A-E02D-1A4D-DF973A3E7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931"/>
            <a:ext cx="11412543" cy="80021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E63B0B4-0801-296E-772B-9FE5B4241CE8}"/>
              </a:ext>
            </a:extLst>
          </p:cNvPr>
          <p:cNvSpPr/>
          <p:nvPr/>
        </p:nvSpPr>
        <p:spPr>
          <a:xfrm>
            <a:off x="2125362" y="5681665"/>
            <a:ext cx="864973" cy="21250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F97B5A3-34A1-34BC-FE4B-A85402F7353E}"/>
              </a:ext>
            </a:extLst>
          </p:cNvPr>
          <p:cNvSpPr/>
          <p:nvPr/>
        </p:nvSpPr>
        <p:spPr>
          <a:xfrm>
            <a:off x="2125361" y="6474941"/>
            <a:ext cx="1482811" cy="21250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E796E62-91B7-A8E3-01C5-5105F56089D8}"/>
              </a:ext>
            </a:extLst>
          </p:cNvPr>
          <p:cNvSpPr/>
          <p:nvPr/>
        </p:nvSpPr>
        <p:spPr>
          <a:xfrm>
            <a:off x="2298358" y="261934"/>
            <a:ext cx="1186248" cy="28786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Enabled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98BFE61-98D5-D7E2-3585-8466BA94385E}"/>
              </a:ext>
            </a:extLst>
          </p:cNvPr>
          <p:cNvSpPr/>
          <p:nvPr/>
        </p:nvSpPr>
        <p:spPr>
          <a:xfrm>
            <a:off x="4633784" y="389995"/>
            <a:ext cx="6919784" cy="691148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442E8FE-D905-27CD-D4D4-E1B2F9BC649A}"/>
              </a:ext>
            </a:extLst>
          </p:cNvPr>
          <p:cNvSpPr/>
          <p:nvPr/>
        </p:nvSpPr>
        <p:spPr>
          <a:xfrm>
            <a:off x="0" y="389995"/>
            <a:ext cx="1828801" cy="691148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71D0D2D-8654-8AF7-935C-B3E387D57B2E}"/>
              </a:ext>
            </a:extLst>
          </p:cNvPr>
          <p:cNvSpPr/>
          <p:nvPr/>
        </p:nvSpPr>
        <p:spPr>
          <a:xfrm>
            <a:off x="6944497" y="56363"/>
            <a:ext cx="1458097" cy="287867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Disabled</a:t>
            </a:r>
          </a:p>
        </p:txBody>
      </p:sp>
    </p:spTree>
    <p:extLst>
      <p:ext uri="{BB962C8B-B14F-4D97-AF65-F5344CB8AC3E}">
        <p14:creationId xmlns:p14="http://schemas.microsoft.com/office/powerpoint/2010/main" val="3020845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4E442-B5B8-859A-BC84-F2DE7A5A1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488"/>
            <a:ext cx="10515600" cy="524561"/>
          </a:xfrm>
        </p:spPr>
        <p:txBody>
          <a:bodyPr>
            <a:normAutofit fontScale="90000"/>
          </a:bodyPr>
          <a:lstStyle/>
          <a:p>
            <a:r>
              <a:rPr lang="en-US" dirty="0"/>
              <a:t>WS Option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78BCA-9583-1B41-71DD-378EE6DD7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40259"/>
            <a:ext cx="12192000" cy="5336704"/>
          </a:xfrm>
        </p:spPr>
        <p:txBody>
          <a:bodyPr/>
          <a:lstStyle/>
          <a:p>
            <a:r>
              <a:rPr lang="en-US" dirty="0"/>
              <a:t>WS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CB37B4-40F0-CFED-F444-3B2578FE5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24" y="840259"/>
            <a:ext cx="11948984" cy="5748181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23AA615-B797-14C0-F269-1889B594F4C2}"/>
              </a:ext>
            </a:extLst>
          </p:cNvPr>
          <p:cNvSpPr/>
          <p:nvPr/>
        </p:nvSpPr>
        <p:spPr>
          <a:xfrm>
            <a:off x="271849" y="840259"/>
            <a:ext cx="457200" cy="42013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2A0A34E-3727-50E1-E2A1-F84E59D1500A}"/>
              </a:ext>
            </a:extLst>
          </p:cNvPr>
          <p:cNvSpPr/>
          <p:nvPr/>
        </p:nvSpPr>
        <p:spPr>
          <a:xfrm>
            <a:off x="10144897" y="5881816"/>
            <a:ext cx="543698" cy="29514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732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A8AEB-4175-92C6-F2F2-22E228E68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703" y="93278"/>
            <a:ext cx="10515600" cy="315912"/>
          </a:xfrm>
        </p:spPr>
        <p:txBody>
          <a:bodyPr>
            <a:noAutofit/>
          </a:bodyPr>
          <a:lstStyle/>
          <a:p>
            <a:r>
              <a:rPr lang="en-US" sz="2400" dirty="0"/>
              <a:t>To capture packets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838A8-A94B-C57E-110A-9235FBB89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06626"/>
            <a:ext cx="12192000" cy="635137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Make sure all network adapters such as Wi-Fi, VMware are </a:t>
            </a:r>
            <a:r>
              <a:rPr lang="en-US" dirty="0">
                <a:solidFill>
                  <a:srgbClr val="FF0000"/>
                </a:solidFill>
              </a:rPr>
              <a:t>disabled</a:t>
            </a:r>
            <a:r>
              <a:rPr lang="en-US" dirty="0"/>
              <a:t> except the </a:t>
            </a:r>
            <a:r>
              <a:rPr lang="en-US" dirty="0">
                <a:solidFill>
                  <a:srgbClr val="FF0000"/>
                </a:solidFill>
              </a:rPr>
              <a:t>Ethernet </a:t>
            </a:r>
            <a:r>
              <a:rPr lang="en-US" dirty="0"/>
              <a:t>adapter.</a:t>
            </a:r>
          </a:p>
          <a:p>
            <a:r>
              <a:rPr lang="en-US" dirty="0"/>
              <a:t>To capture packets, choose your </a:t>
            </a:r>
            <a:r>
              <a:rPr lang="en-US" dirty="0">
                <a:solidFill>
                  <a:srgbClr val="FF0000"/>
                </a:solidFill>
              </a:rPr>
              <a:t>Ethernet</a:t>
            </a:r>
            <a:r>
              <a:rPr lang="en-US" dirty="0"/>
              <a:t> adapter and then click on the </a:t>
            </a:r>
            <a:r>
              <a:rPr lang="en-US" dirty="0">
                <a:solidFill>
                  <a:srgbClr val="FF0000"/>
                </a:solidFill>
              </a:rPr>
              <a:t>start</a:t>
            </a:r>
            <a:r>
              <a:rPr lang="en-US" dirty="0"/>
              <a:t> to capture icon.                        WS begins to capture the traffic. </a:t>
            </a:r>
          </a:p>
          <a:p>
            <a:r>
              <a:rPr lang="en-US" dirty="0"/>
              <a:t>To </a:t>
            </a:r>
            <a:r>
              <a:rPr lang="en-US" dirty="0">
                <a:solidFill>
                  <a:srgbClr val="FF0000"/>
                </a:solidFill>
              </a:rPr>
              <a:t>stop </a:t>
            </a:r>
            <a:r>
              <a:rPr lang="en-US" dirty="0"/>
              <a:t>the WS, click on the </a:t>
            </a:r>
            <a:r>
              <a:rPr lang="en-US" dirty="0">
                <a:solidFill>
                  <a:srgbClr val="FF0000"/>
                </a:solidFill>
              </a:rPr>
              <a:t>square </a:t>
            </a:r>
            <a:r>
              <a:rPr lang="en-US" dirty="0"/>
              <a:t>icon. </a:t>
            </a:r>
          </a:p>
          <a:p>
            <a:r>
              <a:rPr lang="en-US" dirty="0"/>
              <a:t>To </a:t>
            </a:r>
            <a:r>
              <a:rPr lang="en-US" dirty="0">
                <a:solidFill>
                  <a:srgbClr val="FF0000"/>
                </a:solidFill>
              </a:rPr>
              <a:t>save,</a:t>
            </a:r>
            <a:r>
              <a:rPr lang="en-US" dirty="0"/>
              <a:t> click on the X (top right).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964BB4-F07F-57EB-6376-1EC369F7D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3253" y="1818619"/>
            <a:ext cx="1415571" cy="5291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C4D4FB-15E6-9775-6734-2C66B21F4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5211" y="3586195"/>
            <a:ext cx="6382594" cy="1848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269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0494E-17AE-D0F8-6ECE-C40946366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278"/>
            <a:ext cx="10515600" cy="438064"/>
          </a:xfrm>
        </p:spPr>
        <p:txBody>
          <a:bodyPr>
            <a:normAutofit/>
          </a:bodyPr>
          <a:lstStyle/>
          <a:p>
            <a:r>
              <a:rPr lang="en-US" sz="2400" dirty="0"/>
              <a:t>To change layout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541FF-059E-0101-8CD4-77ED17689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31342"/>
            <a:ext cx="12192000" cy="623338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Click on </a:t>
            </a:r>
            <a:r>
              <a:rPr lang="en-US" dirty="0">
                <a:solidFill>
                  <a:srgbClr val="FF0000"/>
                </a:solidFill>
              </a:rPr>
              <a:t>Edit,</a:t>
            </a:r>
            <a:r>
              <a:rPr lang="en-US" dirty="0"/>
              <a:t>  </a:t>
            </a:r>
            <a:r>
              <a:rPr lang="en-US" dirty="0">
                <a:solidFill>
                  <a:srgbClr val="FF0000"/>
                </a:solidFill>
              </a:rPr>
              <a:t>preference</a:t>
            </a:r>
            <a:r>
              <a:rPr lang="en-US" dirty="0"/>
              <a:t>, and then </a:t>
            </a:r>
            <a:r>
              <a:rPr lang="en-US" dirty="0">
                <a:solidFill>
                  <a:srgbClr val="FF0000"/>
                </a:solidFill>
              </a:rPr>
              <a:t>layout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0968D2-DF5C-4153-3129-CE5DA9460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9662" y="1062684"/>
            <a:ext cx="8087854" cy="579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840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9ED4C-DB62-ECED-F4B7-D3251DC66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508" y="98854"/>
            <a:ext cx="10515600" cy="315912"/>
          </a:xfrm>
        </p:spPr>
        <p:txBody>
          <a:bodyPr>
            <a:noAutofit/>
          </a:bodyPr>
          <a:lstStyle/>
          <a:p>
            <a:r>
              <a:rPr lang="en-US" sz="2400" dirty="0"/>
              <a:t>WS parts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AEB12-1FE7-41CF-EEC8-4582878EE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414766"/>
            <a:ext cx="12192001" cy="6393807"/>
          </a:xfrm>
        </p:spPr>
        <p:txBody>
          <a:bodyPr/>
          <a:lstStyle/>
          <a:p>
            <a:r>
              <a:rPr lang="en-US" dirty="0"/>
              <a:t>parts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56E7CD-70E8-7429-9997-DD50033E7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4" y="414766"/>
            <a:ext cx="12070492" cy="6393807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DE3290-3ADD-DF00-AF74-7C25ECA679A3}"/>
              </a:ext>
            </a:extLst>
          </p:cNvPr>
          <p:cNvSpPr/>
          <p:nvPr/>
        </p:nvSpPr>
        <p:spPr>
          <a:xfrm>
            <a:off x="9383926" y="501264"/>
            <a:ext cx="877330" cy="4131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Tools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33AE2BD-12CD-3A4E-79A0-3CF444081FC6}"/>
              </a:ext>
            </a:extLst>
          </p:cNvPr>
          <p:cNvSpPr/>
          <p:nvPr/>
        </p:nvSpPr>
        <p:spPr>
          <a:xfrm>
            <a:off x="9339648" y="2323071"/>
            <a:ext cx="2152136" cy="34598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Packet List Pane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2660261-82B5-5820-FA72-8113FE8A580A}"/>
              </a:ext>
            </a:extLst>
          </p:cNvPr>
          <p:cNvSpPr/>
          <p:nvPr/>
        </p:nvSpPr>
        <p:spPr>
          <a:xfrm>
            <a:off x="9383926" y="3645243"/>
            <a:ext cx="1618735" cy="41313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Details Pane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154E7D8-EEBF-6651-1C7B-049AC69DC81E}"/>
              </a:ext>
            </a:extLst>
          </p:cNvPr>
          <p:cNvSpPr/>
          <p:nvPr/>
        </p:nvSpPr>
        <p:spPr>
          <a:xfrm>
            <a:off x="9339648" y="6301946"/>
            <a:ext cx="768179" cy="345989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F29E74F-E2B3-D313-8767-7E4220FCB626}"/>
              </a:ext>
            </a:extLst>
          </p:cNvPr>
          <p:cNvSpPr/>
          <p:nvPr/>
        </p:nvSpPr>
        <p:spPr>
          <a:xfrm>
            <a:off x="2792627" y="3645243"/>
            <a:ext cx="1940011" cy="19770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9477F2E-68FF-42B0-DFB7-8C763888E499}"/>
              </a:ext>
            </a:extLst>
          </p:cNvPr>
          <p:cNvSpPr/>
          <p:nvPr/>
        </p:nvSpPr>
        <p:spPr>
          <a:xfrm>
            <a:off x="222421" y="3989604"/>
            <a:ext cx="6697362" cy="197708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2A504DF-61EA-08C0-A00B-F4090BAD86D2}"/>
              </a:ext>
            </a:extLst>
          </p:cNvPr>
          <p:cNvSpPr/>
          <p:nvPr/>
        </p:nvSpPr>
        <p:spPr>
          <a:xfrm>
            <a:off x="567381" y="5251623"/>
            <a:ext cx="1791730" cy="19770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FDCA946-261C-6E32-A7CE-527394B19A56}"/>
              </a:ext>
            </a:extLst>
          </p:cNvPr>
          <p:cNvSpPr/>
          <p:nvPr/>
        </p:nvSpPr>
        <p:spPr>
          <a:xfrm>
            <a:off x="5622324" y="6301945"/>
            <a:ext cx="1828800" cy="34598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477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A805C-9E38-EF5A-C738-7B5BFE6E3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5629"/>
            <a:ext cx="10515600" cy="515408"/>
          </a:xfrm>
        </p:spPr>
        <p:txBody>
          <a:bodyPr>
            <a:normAutofit/>
          </a:bodyPr>
          <a:lstStyle/>
          <a:p>
            <a:r>
              <a:rPr lang="en-US" sz="2800" dirty="0"/>
              <a:t>My IP and MAC addresses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8D2DD-656E-1D9F-57C6-B3B6E0B86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1036"/>
            <a:ext cx="12192000" cy="6176963"/>
          </a:xfrm>
        </p:spPr>
        <p:txBody>
          <a:bodyPr/>
          <a:lstStyle/>
          <a:p>
            <a:r>
              <a:rPr lang="en-US" dirty="0"/>
              <a:t>To find my IP and MAC address in CMD, type C:\ </a:t>
            </a:r>
            <a:r>
              <a:rPr lang="en-US" dirty="0">
                <a:solidFill>
                  <a:srgbClr val="FF0000"/>
                </a:solidFill>
              </a:rPr>
              <a:t>Ipconfig /all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D46D25-407D-50C4-ACC2-2B1CDA4D9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33" y="1196445"/>
            <a:ext cx="8854220" cy="384511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7A6B628-EDC2-2E67-9F73-251BE2348F9E}"/>
              </a:ext>
            </a:extLst>
          </p:cNvPr>
          <p:cNvSpPr/>
          <p:nvPr/>
        </p:nvSpPr>
        <p:spPr>
          <a:xfrm>
            <a:off x="506627" y="2273643"/>
            <a:ext cx="6437870" cy="284206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C578955-2FAB-A71F-2C5F-5BB7ED69E2B2}"/>
              </a:ext>
            </a:extLst>
          </p:cNvPr>
          <p:cNvSpPr/>
          <p:nvPr/>
        </p:nvSpPr>
        <p:spPr>
          <a:xfrm>
            <a:off x="7082325" y="2273643"/>
            <a:ext cx="914400" cy="284206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MAC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7342D56-4AE5-DDB2-6C91-266DED016D05}"/>
              </a:ext>
            </a:extLst>
          </p:cNvPr>
          <p:cNvSpPr/>
          <p:nvPr/>
        </p:nvSpPr>
        <p:spPr>
          <a:xfrm>
            <a:off x="506627" y="3002692"/>
            <a:ext cx="5857103" cy="284206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165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9C691-07D5-21C6-2308-E46D9F748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278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Capture HTTP protocol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B074C87-DF32-7730-4A2A-2E63CB8202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33946" y="3121795"/>
            <a:ext cx="1124107" cy="342948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B5EF24-589E-B3ED-7252-17DBCA343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4184" y="686009"/>
            <a:ext cx="8303741" cy="60396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B56D7F-2901-E0D7-68F0-2F0F30539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868" y="742229"/>
            <a:ext cx="3073561" cy="9376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53960D0-042F-AA9E-8752-5F41690858C6}"/>
              </a:ext>
            </a:extLst>
          </p:cNvPr>
          <p:cNvSpPr txBox="1"/>
          <p:nvPr/>
        </p:nvSpPr>
        <p:spPr>
          <a:xfrm>
            <a:off x="5112" y="1987415"/>
            <a:ext cx="445333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1- Run WS</a:t>
            </a:r>
          </a:p>
          <a:p>
            <a:r>
              <a:rPr lang="en-US" dirty="0"/>
              <a:t>2- Go to  your browser and type google.com</a:t>
            </a:r>
          </a:p>
          <a:p>
            <a:r>
              <a:rPr lang="en-US" dirty="0"/>
              <a:t>3- Wait for 5 seconds or more</a:t>
            </a:r>
          </a:p>
          <a:p>
            <a:r>
              <a:rPr lang="en-US" dirty="0"/>
              <a:t>4- Stop the WS</a:t>
            </a:r>
          </a:p>
          <a:p>
            <a:r>
              <a:rPr lang="en-US" dirty="0"/>
              <a:t>5- Filter with http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84E725A-C3AD-FDEA-0A17-60D0D033EDFF}"/>
              </a:ext>
            </a:extLst>
          </p:cNvPr>
          <p:cNvSpPr/>
          <p:nvPr/>
        </p:nvSpPr>
        <p:spPr>
          <a:xfrm>
            <a:off x="5181599" y="710723"/>
            <a:ext cx="914400" cy="2535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Filter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E34B1D-3935-EE86-1970-C13279BD0A9D}"/>
              </a:ext>
            </a:extLst>
          </p:cNvPr>
          <p:cNvSpPr/>
          <p:nvPr/>
        </p:nvSpPr>
        <p:spPr>
          <a:xfrm>
            <a:off x="4720281" y="2792627"/>
            <a:ext cx="1124107" cy="25352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749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FEFE7-AC40-7C68-2912-37B4E3358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483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WS parts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14976-B817-FB19-AB81-22060F4EB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85395"/>
            <a:ext cx="12192000" cy="6403122"/>
          </a:xfrm>
        </p:spPr>
        <p:txBody>
          <a:bodyPr/>
          <a:lstStyle/>
          <a:p>
            <a:r>
              <a:rPr lang="en-US" dirty="0"/>
              <a:t>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CF1CE8-D523-9F19-858E-AB1C78D60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0024"/>
            <a:ext cx="11763632" cy="6177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201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06944-5B49-3BCE-24AF-3C426B4AF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278"/>
            <a:ext cx="10515600" cy="363924"/>
          </a:xfrm>
        </p:spPr>
        <p:txBody>
          <a:bodyPr>
            <a:normAutofit fontScale="90000"/>
          </a:bodyPr>
          <a:lstStyle/>
          <a:p>
            <a:r>
              <a:rPr lang="en-US" sz="2400" dirty="0" err="1"/>
              <a:t>Icmp</a:t>
            </a:r>
            <a:r>
              <a:rPr lang="en-US" sz="2400" dirty="0"/>
              <a:t>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CA492-8A87-B450-2605-18D71D368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81912"/>
            <a:ext cx="12192000" cy="6282810"/>
          </a:xfrm>
        </p:spPr>
        <p:txBody>
          <a:bodyPr/>
          <a:lstStyle/>
          <a:p>
            <a:r>
              <a:rPr lang="en-US" dirty="0" err="1"/>
              <a:t>icmp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C1DEC1-43D9-F212-DD45-2CAF578C4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1912"/>
            <a:ext cx="11938000" cy="583964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7B0E646-C628-FA48-CDD0-F6C69FFABCC2}"/>
              </a:ext>
            </a:extLst>
          </p:cNvPr>
          <p:cNvSpPr/>
          <p:nvPr/>
        </p:nvSpPr>
        <p:spPr>
          <a:xfrm>
            <a:off x="7142205" y="988541"/>
            <a:ext cx="642552" cy="24713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8B7A708-A47E-D402-F9DE-76FBEEB3AC50}"/>
              </a:ext>
            </a:extLst>
          </p:cNvPr>
          <p:cNvSpPr/>
          <p:nvPr/>
        </p:nvSpPr>
        <p:spPr>
          <a:xfrm>
            <a:off x="10614454" y="988541"/>
            <a:ext cx="1112108" cy="24713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B78F4AE-5F99-9B01-8278-7F43D125F367}"/>
              </a:ext>
            </a:extLst>
          </p:cNvPr>
          <p:cNvSpPr/>
          <p:nvPr/>
        </p:nvSpPr>
        <p:spPr>
          <a:xfrm>
            <a:off x="2706130" y="1902941"/>
            <a:ext cx="1581665" cy="222421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498AE2B-54A7-D3FA-31AB-B3497AE3074A}"/>
              </a:ext>
            </a:extLst>
          </p:cNvPr>
          <p:cNvSpPr/>
          <p:nvPr/>
        </p:nvSpPr>
        <p:spPr>
          <a:xfrm>
            <a:off x="6623222" y="1902941"/>
            <a:ext cx="1581665" cy="247135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DA733C3-975B-C388-D92B-215168AC0537}"/>
              </a:ext>
            </a:extLst>
          </p:cNvPr>
          <p:cNvSpPr/>
          <p:nvPr/>
        </p:nvSpPr>
        <p:spPr>
          <a:xfrm>
            <a:off x="3713207" y="2257898"/>
            <a:ext cx="883507" cy="2224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My MAC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812E4CC-49E6-5C66-3C04-938D04E70F31}"/>
              </a:ext>
            </a:extLst>
          </p:cNvPr>
          <p:cNvSpPr/>
          <p:nvPr/>
        </p:nvSpPr>
        <p:spPr>
          <a:xfrm>
            <a:off x="1422400" y="939117"/>
            <a:ext cx="1283730" cy="22242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9B3A5C6-6BE9-3807-66B4-0C5C0CC37602}"/>
              </a:ext>
            </a:extLst>
          </p:cNvPr>
          <p:cNvSpPr/>
          <p:nvPr/>
        </p:nvSpPr>
        <p:spPr>
          <a:xfrm>
            <a:off x="3237470" y="939117"/>
            <a:ext cx="1050325" cy="22242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E01353-B566-4AEC-5139-0953DF0F89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6756" y="3336134"/>
            <a:ext cx="4696480" cy="13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575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9560A-A86A-4587-9239-FD799873E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1926"/>
            <a:ext cx="10515600" cy="159808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Domain Name System (DNS)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E0182-D71D-375A-25BE-184ED381D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35467" y="650876"/>
            <a:ext cx="12632267" cy="7155391"/>
          </a:xfrm>
        </p:spPr>
        <p:txBody>
          <a:bodyPr/>
          <a:lstStyle/>
          <a:p>
            <a:r>
              <a:rPr lang="en-US" dirty="0" err="1"/>
              <a:t>dn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CFCB7F-7E19-C5AD-C2C9-49FC34394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8011"/>
            <a:ext cx="11823700" cy="6138063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E9FE27D-0538-536D-9038-A7E8EB2CB001}"/>
              </a:ext>
            </a:extLst>
          </p:cNvPr>
          <p:cNvSpPr/>
          <p:nvPr/>
        </p:nvSpPr>
        <p:spPr>
          <a:xfrm>
            <a:off x="0" y="5143500"/>
            <a:ext cx="5105400" cy="1143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350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2D0C8-C1C0-5DF4-26B9-CCCA61E14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919" y="0"/>
            <a:ext cx="10515600" cy="462778"/>
          </a:xfrm>
        </p:spPr>
        <p:txBody>
          <a:bodyPr>
            <a:normAutofit/>
          </a:bodyPr>
          <a:lstStyle/>
          <a:p>
            <a:r>
              <a:rPr lang="en-US" sz="2400" dirty="0"/>
              <a:t>Address Resolution Protocol (ARP)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3AA80-4295-72D0-B697-ADC52D752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62778"/>
            <a:ext cx="12192000" cy="6395222"/>
          </a:xfrm>
        </p:spPr>
        <p:txBody>
          <a:bodyPr/>
          <a:lstStyle/>
          <a:p>
            <a:r>
              <a:rPr lang="en-US" dirty="0" err="1"/>
              <a:t>arp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CC2CAA-D2CC-A8D2-6402-9CA02775F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7285"/>
            <a:ext cx="11998411" cy="6199504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12962C3-BB4B-9271-6DBB-08D291076D6B}"/>
              </a:ext>
            </a:extLst>
          </p:cNvPr>
          <p:cNvSpPr/>
          <p:nvPr/>
        </p:nvSpPr>
        <p:spPr>
          <a:xfrm>
            <a:off x="0" y="3768811"/>
            <a:ext cx="10725665" cy="123567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45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9657A-974F-EC74-8A48-557531F8D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7991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Broadcast signal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727B7-678F-76C2-1C95-1F9150A21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05480"/>
            <a:ext cx="12192000" cy="6252519"/>
          </a:xfrm>
        </p:spPr>
        <p:txBody>
          <a:bodyPr/>
          <a:lstStyle/>
          <a:p>
            <a:r>
              <a:rPr lang="en-US" dirty="0"/>
              <a:t>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5C5B86-D061-C0AD-97FA-4C01BC9EE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6547"/>
            <a:ext cx="12192000" cy="6331451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0C8D9E7-9EA6-3466-2F23-2B3E54C144C7}"/>
              </a:ext>
            </a:extLst>
          </p:cNvPr>
          <p:cNvSpPr/>
          <p:nvPr/>
        </p:nvSpPr>
        <p:spPr>
          <a:xfrm>
            <a:off x="7624119" y="2928551"/>
            <a:ext cx="4090086" cy="24713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CCFB11C-437B-0D44-DF62-744E0008DE35}"/>
              </a:ext>
            </a:extLst>
          </p:cNvPr>
          <p:cNvSpPr/>
          <p:nvPr/>
        </p:nvSpPr>
        <p:spPr>
          <a:xfrm>
            <a:off x="593124" y="6635578"/>
            <a:ext cx="4485503" cy="22242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ADBEDB1-3457-70FB-8304-4D90C77528ED}"/>
              </a:ext>
            </a:extLst>
          </p:cNvPr>
          <p:cNvSpPr/>
          <p:nvPr/>
        </p:nvSpPr>
        <p:spPr>
          <a:xfrm>
            <a:off x="3719384" y="3793524"/>
            <a:ext cx="4633784" cy="22242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966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280</Words>
  <Application>Microsoft Office PowerPoint</Application>
  <PresentationFormat>Widescreen</PresentationFormat>
  <Paragraphs>43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What is Wireshark</vt:lpstr>
      <vt:lpstr>Disable extra  network adapters</vt:lpstr>
      <vt:lpstr>WS Option</vt:lpstr>
      <vt:lpstr>To capture packets</vt:lpstr>
      <vt:lpstr>To change layout </vt:lpstr>
      <vt:lpstr>WS parts</vt:lpstr>
      <vt:lpstr>My IP and MAC addresses</vt:lpstr>
      <vt:lpstr>Capture HTTP protocol</vt:lpstr>
      <vt:lpstr>WS parts</vt:lpstr>
      <vt:lpstr>Icmp protocol</vt:lpstr>
      <vt:lpstr>Domain Name System (DNS)</vt:lpstr>
      <vt:lpstr>Address Resolution Protocol (ARP)</vt:lpstr>
      <vt:lpstr>Broadcast signal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Mike Rezae</dc:creator>
  <cp:lastModifiedBy>Mike Rezae</cp:lastModifiedBy>
  <cp:revision>85</cp:revision>
  <dcterms:created xsi:type="dcterms:W3CDTF">2025-04-13T19:58:42Z</dcterms:created>
  <dcterms:modified xsi:type="dcterms:W3CDTF">2025-04-25T13:45:55Z</dcterms:modified>
</cp:coreProperties>
</file>